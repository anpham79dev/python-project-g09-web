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rial Unicode Bold" charset="1" panose="020B0704020202020204"/>
      <p:regular r:id="rId7"/>
    </p:embeddedFont>
    <p:embeddedFont>
      <p:font typeface="Noto Sans" charset="1" panose="020B0502040504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embeddings/oleObject1.bin" Type="http://schemas.openxmlformats.org/officeDocument/2006/relationships/oleObject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27628" y="-2188952"/>
            <a:ext cx="3667725" cy="3770558"/>
          </a:xfrm>
          <a:custGeom>
            <a:avLst/>
            <a:gdLst/>
            <a:ahLst/>
            <a:cxnLst/>
            <a:rect r="r" b="b" t="t" l="l"/>
            <a:pathLst>
              <a:path h="3770558" w="3667725">
                <a:moveTo>
                  <a:pt x="0" y="0"/>
                </a:moveTo>
                <a:lnTo>
                  <a:pt x="3667725" y="0"/>
                </a:lnTo>
                <a:lnTo>
                  <a:pt x="3667725" y="3770558"/>
                </a:lnTo>
                <a:lnTo>
                  <a:pt x="0" y="377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62785" y="9258300"/>
            <a:ext cx="22613569" cy="2237069"/>
            <a:chOff x="0" y="0"/>
            <a:chExt cx="5955837" cy="589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55837" cy="589187"/>
            </a:xfrm>
            <a:custGeom>
              <a:avLst/>
              <a:gdLst/>
              <a:ahLst/>
              <a:cxnLst/>
              <a:rect r="r" b="b" t="t" l="l"/>
              <a:pathLst>
                <a:path h="589187" w="5955837">
                  <a:moveTo>
                    <a:pt x="2977919" y="0"/>
                  </a:moveTo>
                  <a:cubicBezTo>
                    <a:pt x="1333260" y="0"/>
                    <a:pt x="0" y="131894"/>
                    <a:pt x="0" y="294594"/>
                  </a:cubicBezTo>
                  <a:cubicBezTo>
                    <a:pt x="0" y="457293"/>
                    <a:pt x="1333260" y="589187"/>
                    <a:pt x="2977919" y="589187"/>
                  </a:cubicBezTo>
                  <a:cubicBezTo>
                    <a:pt x="4622578" y="589187"/>
                    <a:pt x="5955837" y="457293"/>
                    <a:pt x="5955837" y="294594"/>
                  </a:cubicBezTo>
                  <a:cubicBezTo>
                    <a:pt x="5955837" y="131894"/>
                    <a:pt x="4622578" y="0"/>
                    <a:pt x="2977919" y="0"/>
                  </a:cubicBezTo>
                  <a:close/>
                </a:path>
              </a:pathLst>
            </a:custGeom>
            <a:solidFill>
              <a:srgbClr val="152E2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558360" y="17136"/>
              <a:ext cx="4839118" cy="516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1220757">
            <a:off x="-2474259" y="7491306"/>
            <a:ext cx="6269908" cy="4366136"/>
          </a:xfrm>
          <a:custGeom>
            <a:avLst/>
            <a:gdLst/>
            <a:ahLst/>
            <a:cxnLst/>
            <a:rect r="r" b="b" t="t" l="l"/>
            <a:pathLst>
              <a:path h="4366136" w="6269908">
                <a:moveTo>
                  <a:pt x="6269908" y="0"/>
                </a:moveTo>
                <a:lnTo>
                  <a:pt x="0" y="0"/>
                </a:lnTo>
                <a:lnTo>
                  <a:pt x="0" y="4366136"/>
                </a:lnTo>
                <a:lnTo>
                  <a:pt x="6269908" y="4366136"/>
                </a:lnTo>
                <a:lnTo>
                  <a:pt x="62699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4807212" y="5143500"/>
          <a:ext cx="3771900" cy="3771900"/>
        </p:xfrm>
        <a:graphic>
          <a:graphicData uri="http://schemas.openxmlformats.org/presentationml/2006/ole">
            <p:oleObj imgW="4521200" imgH="452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425623" y="128947"/>
            <a:ext cx="1206153" cy="974974"/>
          </a:xfrm>
          <a:custGeom>
            <a:avLst/>
            <a:gdLst/>
            <a:ahLst/>
            <a:cxnLst/>
            <a:rect r="r" b="b" t="t" l="l"/>
            <a:pathLst>
              <a:path h="974974" w="1206153">
                <a:moveTo>
                  <a:pt x="0" y="0"/>
                </a:moveTo>
                <a:lnTo>
                  <a:pt x="1206154" y="0"/>
                </a:lnTo>
                <a:lnTo>
                  <a:pt x="1206154" y="974973"/>
                </a:lnTo>
                <a:lnTo>
                  <a:pt x="0" y="9749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60444" y="2181587"/>
            <a:ext cx="14566767" cy="262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1"/>
              </a:lnSpc>
            </a:pPr>
            <a:r>
              <a:rPr lang="en-US" sz="6412" b="true">
                <a:solidFill>
                  <a:srgbClr val="DAD3B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HỆ THỐNG QUẢN LÝ ĐƠN HÀNG</a:t>
            </a:r>
          </a:p>
          <a:p>
            <a:pPr algn="l">
              <a:lnSpc>
                <a:spcPts val="6861"/>
              </a:lnSpc>
            </a:pPr>
            <a:r>
              <a:rPr lang="en-US" sz="6412" b="true">
                <a:solidFill>
                  <a:srgbClr val="DAD3B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TIỆM </a:t>
            </a:r>
            <a:r>
              <a:rPr lang="en-US" sz="6412" b="true">
                <a:solidFill>
                  <a:srgbClr val="DAD3B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BÁNH NHỎ</a:t>
            </a:r>
          </a:p>
          <a:p>
            <a:pPr algn="l">
              <a:lnSpc>
                <a:spcPts val="686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60444" y="4217019"/>
            <a:ext cx="7690141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3000" b="true">
                <a:solidFill>
                  <a:srgbClr val="DAD3B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Môn học: Kỹ thuật Lập trình Python</a:t>
            </a:r>
          </a:p>
          <a:p>
            <a:pPr algn="l">
              <a:lnSpc>
                <a:spcPts val="3210"/>
              </a:lnSpc>
            </a:pPr>
            <a:r>
              <a:rPr lang="en-US" sz="3000" b="true">
                <a:solidFill>
                  <a:srgbClr val="DAD3B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Nhóm 09</a:t>
            </a:r>
          </a:p>
          <a:p>
            <a:pPr algn="l">
              <a:lnSpc>
                <a:spcPts val="321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79414" y="167047"/>
            <a:ext cx="9407981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true">
                <a:solidFill>
                  <a:srgbClr val="DAD3B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TRƯỜNG ĐẠI HỌC CÔNG NGHỆ THÔNG TIN</a:t>
            </a:r>
          </a:p>
          <a:p>
            <a:pPr algn="ctr">
              <a:lnSpc>
                <a:spcPts val="3210"/>
              </a:lnSpc>
            </a:pPr>
            <a:r>
              <a:rPr lang="en-US" sz="3000" b="true">
                <a:solidFill>
                  <a:srgbClr val="DAD3BE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KHOA KHOA HỌC VÀ KỸ THUẬT THÔNG TIN</a:t>
            </a:r>
          </a:p>
          <a:p>
            <a:pPr algn="ctr">
              <a:lnSpc>
                <a:spcPts val="321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215027" y="1581606"/>
            <a:ext cx="10241196" cy="9570863"/>
          </a:xfrm>
          <a:custGeom>
            <a:avLst/>
            <a:gdLst/>
            <a:ahLst/>
            <a:cxnLst/>
            <a:rect r="r" b="b" t="t" l="l"/>
            <a:pathLst>
              <a:path h="9570863" w="10241196">
                <a:moveTo>
                  <a:pt x="0" y="0"/>
                </a:moveTo>
                <a:lnTo>
                  <a:pt x="10241196" y="0"/>
                </a:lnTo>
                <a:lnTo>
                  <a:pt x="10241196" y="9570863"/>
                </a:lnTo>
                <a:lnTo>
                  <a:pt x="0" y="95708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073042" y="978349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43"/>
              </a:lnSpc>
              <a:spcBef>
                <a:spcPct val="0"/>
              </a:spcBef>
            </a:pPr>
            <a:r>
              <a:rPr lang="en-US" sz="2959">
                <a:solidFill>
                  <a:srgbClr val="DAD3BE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DAHWYze_vuc</dc:identifier>
  <dcterms:modified xsi:type="dcterms:W3CDTF">2011-08-01T06:04:30Z</dcterms:modified>
  <cp:revision>1</cp:revision>
</cp:coreProperties>
</file>